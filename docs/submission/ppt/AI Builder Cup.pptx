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oogle Sans Flex Medium"/>
      <p:regular r:id="rId21"/>
      <p:bold r:id="rId22"/>
    </p:embeddedFont>
    <p:embeddedFont>
      <p:font typeface="Google Sans Flex"/>
      <p:regular r:id="rId23"/>
      <p:bold r:id="rId24"/>
    </p:embeddedFont>
    <p:embeddedFont>
      <p:font typeface="Google Sans Flex SemiBo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bold.fntdata"/><Relationship Id="rId21" Type="http://schemas.openxmlformats.org/officeDocument/2006/relationships/font" Target="fonts/GoogleSansFlexMedium-regular.fntdata"/><Relationship Id="rId24" Type="http://schemas.openxmlformats.org/officeDocument/2006/relationships/font" Target="fonts/GoogleSansFlex-bold.fntdata"/><Relationship Id="rId23" Type="http://schemas.openxmlformats.org/officeDocument/2006/relationships/font" Target="fonts/GoogleSansFlex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bold.fntdata"/><Relationship Id="rId25" Type="http://schemas.openxmlformats.org/officeDocument/2006/relationships/font" Target="fonts/GoogleSansFlex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